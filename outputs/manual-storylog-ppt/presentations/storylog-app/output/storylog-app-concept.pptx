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816135381c45af" /><Relationship Type="http://schemas.openxmlformats.org/officeDocument/2006/relationships/extended-properties" Target="/docProps/app.xml" Id="R5bc5d360665a45b0" /><Relationship Type="http://schemas.openxmlformats.org/officeDocument/2006/relationships/officeDocument" Target="/ppt/presentation.xml" Id="R5f6ce5c284ed4f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fea27ef4a94344"/>
  </p:sldMasterIdLst>
  <p:notesMasterIdLst>
    <p:notesMasterId xmlns:r="http://schemas.openxmlformats.org/officeDocument/2006/relationships" r:id="R33f28f132384452f"/>
  </p:notesMasterIdLst>
  <p:sldIdLst>
    <p:sldId xmlns:r="http://schemas.openxmlformats.org/officeDocument/2006/relationships" id="256" r:id="R79cfd95daf0f4462"/>
    <p:sldId xmlns:r="http://schemas.openxmlformats.org/officeDocument/2006/relationships" id="257" r:id="Rb4bd3754715147c2"/>
    <p:sldId xmlns:r="http://schemas.openxmlformats.org/officeDocument/2006/relationships" id="258" r:id="Rf12d3880c6e74851"/>
    <p:sldId xmlns:r="http://schemas.openxmlformats.org/officeDocument/2006/relationships" id="259" r:id="R2512386a304843d3"/>
    <p:sldId xmlns:r="http://schemas.openxmlformats.org/officeDocument/2006/relationships" id="260" r:id="R435921192ebb4c26"/>
    <p:sldId xmlns:r="http://schemas.openxmlformats.org/officeDocument/2006/relationships" id="261" r:id="R7544532c26124d82"/>
    <p:sldId xmlns:r="http://schemas.openxmlformats.org/officeDocument/2006/relationships" id="262" r:id="R827f73c2748d4c6e"/>
    <p:sldId xmlns:r="http://schemas.openxmlformats.org/officeDocument/2006/relationships" id="263" r:id="Re232daa05b2f4a32"/>
    <p:sldId xmlns:r="http://schemas.openxmlformats.org/officeDocument/2006/relationships" id="264" r:id="R71f28d0657984dee"/>
    <p:sldId xmlns:r="http://schemas.openxmlformats.org/officeDocument/2006/relationships" id="265" r:id="R01a160e2da4b452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fea27ef4a94344" /><Relationship Type="http://schemas.openxmlformats.org/officeDocument/2006/relationships/theme" Target="/ppt/theme/theme1.xml" Id="Rf13b3554f6c64d1a" /><Relationship Type="http://schemas.openxmlformats.org/officeDocument/2006/relationships/notesMaster" Target="/ppt/notesMasters/notesMaster1.xml" Id="R33f28f132384452f" /><Relationship Type="http://schemas.openxmlformats.org/officeDocument/2006/relationships/presProps" Target="/ppt/presProps.xml" Id="R457d477184f04aa2" /><Relationship Type="http://schemas.openxmlformats.org/officeDocument/2006/relationships/viewProps" Target="/ppt/viewProps.xml" Id="R489f512267e645fb" /><Relationship Type="http://schemas.openxmlformats.org/officeDocument/2006/relationships/tableStyles" Target="/ppt/tableStyles.xml" Id="Rf46146898fd9416f" /><Relationship Type="http://schemas.openxmlformats.org/officeDocument/2006/relationships/slide" Target="/ppt/slides/slide1.xml" Id="R79cfd95daf0f4462" /><Relationship Type="http://schemas.openxmlformats.org/officeDocument/2006/relationships/slide" Target="/ppt/slides/slide2.xml" Id="Rb4bd3754715147c2" /><Relationship Type="http://schemas.openxmlformats.org/officeDocument/2006/relationships/slide" Target="/ppt/slides/slide3.xml" Id="Rf12d3880c6e74851" /><Relationship Type="http://schemas.openxmlformats.org/officeDocument/2006/relationships/slide" Target="/ppt/slides/slide4.xml" Id="R2512386a304843d3" /><Relationship Type="http://schemas.openxmlformats.org/officeDocument/2006/relationships/slide" Target="/ppt/slides/slide5.xml" Id="R435921192ebb4c26" /><Relationship Type="http://schemas.openxmlformats.org/officeDocument/2006/relationships/slide" Target="/ppt/slides/slide6.xml" Id="R7544532c26124d82" /><Relationship Type="http://schemas.openxmlformats.org/officeDocument/2006/relationships/slide" Target="/ppt/slides/slide7.xml" Id="R827f73c2748d4c6e" /><Relationship Type="http://schemas.openxmlformats.org/officeDocument/2006/relationships/slide" Target="/ppt/slides/slide8.xml" Id="Re232daa05b2f4a32" /><Relationship Type="http://schemas.openxmlformats.org/officeDocument/2006/relationships/slide" Target="/ppt/slides/slide9.xml" Id="R71f28d0657984dee" /><Relationship Type="http://schemas.openxmlformats.org/officeDocument/2006/relationships/slide" Target="/ppt/slides/slide10.xml" Id="R01a160e2da4b45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b3273e656ba49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acca235cc34a2c" /><Relationship Type="http://schemas.openxmlformats.org/officeDocument/2006/relationships/notesMaster" Target="/ppt/notesMasters/notesMaster1.xml" Id="R14a44fe972d040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fcffb33af24d7a" /><Relationship Type="http://schemas.openxmlformats.org/officeDocument/2006/relationships/notesMaster" Target="/ppt/notesMasters/notesMaster1.xml" Id="R98042019df7e46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7af104eecf43cb" /><Relationship Type="http://schemas.openxmlformats.org/officeDocument/2006/relationships/notesMaster" Target="/ppt/notesMasters/notesMaster1.xml" Id="R365717c1da1b40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b040a137df404d" /><Relationship Type="http://schemas.openxmlformats.org/officeDocument/2006/relationships/notesMaster" Target="/ppt/notesMasters/notesMaster1.xml" Id="Rbe7110bb08474c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99281c7be8464b" /><Relationship Type="http://schemas.openxmlformats.org/officeDocument/2006/relationships/notesMaster" Target="/ppt/notesMasters/notesMaster1.xml" Id="Rb3af6dcfdf1741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c990fce8ae4355" /><Relationship Type="http://schemas.openxmlformats.org/officeDocument/2006/relationships/notesMaster" Target="/ppt/notesMasters/notesMaster1.xml" Id="R99f57ed0f4de44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73899f16404f0a" /><Relationship Type="http://schemas.openxmlformats.org/officeDocument/2006/relationships/notesMaster" Target="/ppt/notesMasters/notesMaster1.xml" Id="R9364b87efa5b469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6aa9e7ef424468" /><Relationship Type="http://schemas.openxmlformats.org/officeDocument/2006/relationships/notesMaster" Target="/ppt/notesMasters/notesMaster1.xml" Id="R43750c4b41cd46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d2a05d26f3488a" /><Relationship Type="http://schemas.openxmlformats.org/officeDocument/2006/relationships/notesMaster" Target="/ppt/notesMasters/notesMaster1.xml" Id="R3196318f49cd4a4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5c2d6904a5430d" /><Relationship Type="http://schemas.openxmlformats.org/officeDocument/2006/relationships/notesMaster" Target="/ppt/notesMasters/notesMaster1.xml" Id="R421d8cd2c43348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dca279c2094ea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e9ec14bcdfb4b42" /><Relationship Type="http://schemas.openxmlformats.org/officeDocument/2006/relationships/slideLayout" Target="/ppt/slideLayouts/slideLayout2.xml" Id="R955f696223ed4f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5f696223ed4f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220e435deb4099" /><Relationship Type="http://schemas.openxmlformats.org/officeDocument/2006/relationships/image" Target="/ppt/media/image.png" Id="Rf524fc5c8a2a4a94" /><Relationship Type="http://schemas.openxmlformats.org/officeDocument/2006/relationships/notesSlide" Target="/ppt/notesSlides/notesSlide1.xml" Id="R6b20429634814f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3e6a2972f04b42" /><Relationship Type="http://schemas.openxmlformats.org/officeDocument/2006/relationships/notesSlide" Target="/ppt/notesSlides/notesSlide2.xml" Id="Re7cc84e28da540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f6bb06bb184b66" /><Relationship Type="http://schemas.openxmlformats.org/officeDocument/2006/relationships/notesSlide" Target="/ppt/notesSlides/notesSlide3.xml" Id="R66bb89fea1b646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641249765041fb" /><Relationship Type="http://schemas.openxmlformats.org/officeDocument/2006/relationships/notesSlide" Target="/ppt/notesSlides/notesSlide4.xml" Id="R0088f1c6e666409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0fe5b04c8642bf" /><Relationship Type="http://schemas.openxmlformats.org/officeDocument/2006/relationships/notesSlide" Target="/ppt/notesSlides/notesSlide5.xml" Id="R9f0441f170e8421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a5157c6ea24760" /><Relationship Type="http://schemas.openxmlformats.org/officeDocument/2006/relationships/notesSlide" Target="/ppt/notesSlides/notesSlide6.xml" Id="R72cdce9ebc044d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5414c80f464efa" /><Relationship Type="http://schemas.openxmlformats.org/officeDocument/2006/relationships/notesSlide" Target="/ppt/notesSlides/notesSlide7.xml" Id="R89aee40f43a44f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c4d9ff39f4540b6" /><Relationship Type="http://schemas.openxmlformats.org/officeDocument/2006/relationships/image" Target="/ppt/media/image2.png" Id="R54124627be364288" /><Relationship Type="http://schemas.openxmlformats.org/officeDocument/2006/relationships/notesSlide" Target="/ppt/notesSlides/notesSlide8.xml" Id="R493c2e6c394e4c0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a7d09be7d54c32" /><Relationship Type="http://schemas.openxmlformats.org/officeDocument/2006/relationships/notesSlide" Target="/ppt/notesSlides/notesSlide9.xml" Id="Rb7364de656724b2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7a59eed137412d" /><Relationship Type="http://schemas.openxmlformats.org/officeDocument/2006/relationships/notesSlide" Target="/ppt/notesSlides/notesSlide10.xml" Id="Ra7ee45098fdf4b1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E91EA0-7673-4056-A76D-F27BA1E7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24fc5c8a2a4a94"/>
          <a:srcRect xmlns:a="http://schemas.openxmlformats.org/drawingml/2006/main" l="23814" t="0" r="238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0"/>
            <a:ext cx="638175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E55887-F37F-4E1E-98B0-FD6881E7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96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7F3EC"/>
              </a:gs>
              <a:gs pos="72000">
                <a:srgbClr val="F7F3EC"/>
              </a:gs>
              <a:gs pos="100000">
                <a:srgbClr val="F7F3EC">
                  <a:alpha val="0"/>
                </a:srgbClr>
              </a:gs>
            </a:gsLst>
            <a:lin ang="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830DB5-C3D2-4FB2-A189-35A0E3BB8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619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9525">
            <a:solidFill>
              <a:srgbClr val="0C7C7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D43049-EE8E-4817-A82B-9F1A3558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7C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C7C74"/>
                </a:solidFill>
                <a:latin typeface="Apple SD Gothic Neo"/>
                <a:ea typeface="Apple SD Gothic Neo"/>
                <a:cs typeface="Apple SD Gothic Neo"/>
              </a:rPr>
              <a:t>Product concept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DD15B1-C8EF-4F63-B6FD-9195F9BE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4000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2126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172126"/>
                </a:solidFill>
                <a:latin typeface="Aptos Display"/>
                <a:ea typeface="Aptos Display"/>
                <a:cs typeface="Aptos Display"/>
              </a:rPr>
              <a:t>StoryLog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71B700-65EA-4E7F-B601-F9A9792D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4762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5E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75E59"/>
                </a:solidFill>
                <a:latin typeface="Apple SD Gothic Neo"/>
                <a:ea typeface="Apple SD Gothic Neo"/>
                <a:cs typeface="Apple SD Gothic Neo"/>
              </a:rPr>
              <a:t>스포일러 없이 기억하는</a:t>
            </a:r>
          </a:p>
          <a:p xmlns:a="http://schemas.openxmlformats.org/drawingml/2006/main">
            <a:pPr algn="l">
              <a:defRPr sz="2250" b="1">
                <a:solidFill>
                  <a:srgbClr val="075E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75E59"/>
                </a:solidFill>
                <a:latin typeface="Apple SD Gothic Neo"/>
                <a:ea typeface="Apple SD Gothic Neo"/>
                <a:cs typeface="Apple SD Gothic Neo"/>
              </a:rPr>
              <a:t>스토리 전용 메모 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D3C54D-F321-4B48-90B9-EE383465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76650"/>
            <a:ext cx="4476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책, 영화, 드라마, 웹툰의 인물·사건·관계·떡밥을 내가 본 위치 기준으로 정리하고 다시 떠올리게 해주는 제품 아이디어입니다.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86A1E7-D9AB-4020-AB2B-28DABAEC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95875"/>
            <a:ext cx="3143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1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0B468C-A058-4A34-8519-32609CA3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76850"/>
            <a:ext cx="4381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기획 요약 · MVP 방향 · 기능 구조 · 기술 스택</a:t>
            </a:r>
          </a:p>
        </p:txBody>
      </p:sp>
    </p:spTree>
    <p:extLst>
      <p:ext uri="{BB962C8B-B14F-4D97-AF65-F5344CB8AC3E}">
        <p14:creationId xmlns:p14="http://schemas.microsoft.com/office/powerpoint/2010/main" val="209201222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0BF10A-F84B-49B6-BEC6-1495DD87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916539-4BE4-494B-AC0C-8C546353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문제는 기록 부족이 아니라, 안전하게 다시 보는 방법의 부족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E58EE-1547-494B-B7AE-BA19BE00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긴 서사를 즐기는 사용자는 검색과 메모 사이에서 계속 불편함을 겪습니다.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6225F5-332D-4B43-B134-9D48D7DE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14325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ED5D0-28E4-4ECE-83F2-45E79D67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859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44217-352D-4AB8-90F8-EA4A80E4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71675"/>
            <a:ext cx="20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C7C74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C7C74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ACD199-E899-44CD-AE93-C8672BB8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717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기억 공백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4D744A-3E00-4F31-941F-98699290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05150"/>
            <a:ext cx="2571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이 인물이 누구였는지,</a:t>
            </a:r>
          </a:p>
          <a:p xmlns:a="http://schemas.openxmlformats.org/drawingml/2006/main">
            <a:pPr algn="l">
              <a:defRPr sz="1350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왜 사건이 시작됐는지</a:t>
            </a:r>
          </a:p>
          <a:p xmlns:a="http://schemas.openxmlformats.org/drawingml/2006/main">
            <a:pPr algn="l">
              <a:defRPr sz="1350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다시 떠올리기 어렵다.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3100A2-EFB6-452D-9E37-192857E4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314325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180190-8B56-45B9-B9C0-8C6CE09A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8859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9D8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C72366-689D-49AD-971D-89E8FF67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971675"/>
            <a:ext cx="20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6614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E6614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6C071A-5DEA-46A1-9BD9-C778213F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717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스포일러 위험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CB3F43-ED85-46B8-9F46-469EC1D8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105150"/>
            <a:ext cx="2571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위키와 커뮤니티는</a:t>
            </a:r>
          </a:p>
          <a:p xmlns:a="http://schemas.openxmlformats.org/drawingml/2006/main">
            <a:pPr algn="l">
              <a:defRPr sz="1350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현재 감상 위치보다 앞선</a:t>
            </a:r>
          </a:p>
          <a:p xmlns:a="http://schemas.openxmlformats.org/drawingml/2006/main">
            <a:pPr algn="l">
              <a:defRPr sz="1350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정보를 쉽게 노출한다.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32956A-1BDA-4391-ADB0-52195CA5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3143250" cy="2905125"/>
          </a:xfrm>
          <a:prstGeom xmlns:a="http://schemas.openxmlformats.org/drawingml/2006/main" prst="roundRect">
            <a:avLst>
              <a:gd name="adj" fmla="val 26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5C1987-4111-4E79-A47E-19647658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859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E649D2-AD99-40A7-AE3D-7998006A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71675"/>
            <a:ext cx="20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C7C74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C7C74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A58AE5-3F5D-4B65-BF03-E8CD59628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717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정리 난이도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AC1403-6C60-478C-B76E-59222FFB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05150"/>
            <a:ext cx="2571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관계도, 세력, 떡밥,</a:t>
            </a:r>
          </a:p>
          <a:p xmlns:a="http://schemas.openxmlformats.org/drawingml/2006/main">
            <a:pPr algn="l">
              <a:defRPr sz="1350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용어가 얽히면 일반 메모로</a:t>
            </a:r>
          </a:p>
          <a:p xmlns:a="http://schemas.openxmlformats.org/drawingml/2006/main">
            <a:pPr algn="l">
              <a:defRPr sz="1350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맥락을 유지하기 어렵다.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D7A566-A006-4D45-B479-CF2109FC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29200"/>
            <a:ext cx="8763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3292D"/>
          </a:solidFill>
          <a:ln xmlns:a="http://schemas.openxmlformats.org/drawingml/2006/main" w="9525">
            <a:solidFill>
              <a:srgbClr val="13292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ABBA4E-0D92-40C9-BBE4-4A4128A5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295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1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1D10EF-4540-4CC2-A350-C97AFEBE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2387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핵심 기회: 사용자의 감상 위치를 기준으로 정보 접근을 제어하는 스토리 기억장치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584FDA-BC58-43A9-B936-99B5C726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24CD8A-9B77-4BBF-936F-6740A269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5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58B"/>
                </a:solidFill>
                <a:latin typeface="Aptos"/>
                <a:ea typeface="Aptos"/>
                <a:cs typeface="Aptos"/>
              </a:rPr>
              <a:t>StoryLog concept · 02</a:t>
            </a:r>
          </a:p>
        </p:txBody>
      </p:sp>
    </p:spTree>
    <p:extLst>
      <p:ext uri="{BB962C8B-B14F-4D97-AF65-F5344CB8AC3E}">
        <p14:creationId xmlns:p14="http://schemas.microsoft.com/office/powerpoint/2010/main" val="149358694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A4B9B8-BB08-4990-87E9-CE037992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B9EB5-3640-45C5-9F0D-7D980A7A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StoryLog의 한 문장: 내가 본 곳까지만 기억해준다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419260-2D9C-47BD-ADB9-14EDA23C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정보를 저장하는 앱이 아니라, 모든 정보에 공개 시점을 붙이는 앱입니다.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6CBE78-5BFA-4AA4-B658-D93583BE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4000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9F5"/>
          </a:solidFill>
          <a:ln xmlns:a="http://schemas.openxmlformats.org/drawingml/2006/main" w="9525">
            <a:solidFill>
              <a:srgbClr val="E8C9B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091097-15F4-4F37-B8F1-6BF17D7C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76400"/>
            <a:ext cx="4000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4FBF8"/>
          </a:solidFill>
          <a:ln xmlns:a="http://schemas.openxmlformats.org/drawingml/2006/main" w="9525">
            <a:solidFill>
              <a:srgbClr val="BBDA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7DC8EC-C4FF-44AA-906F-F3498BBA7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193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66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E6614F"/>
                </a:solidFill>
                <a:latin typeface="Apple SD Gothic Neo"/>
                <a:ea typeface="Apple SD Gothic Neo"/>
                <a:cs typeface="Apple SD Gothic Neo"/>
              </a:rPr>
              <a:t>기존 검색 경험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10FB26-646D-4BC3-B178-6F97BCFA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05100"/>
            <a:ext cx="3048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작품명 검색</a:t>
            </a:r>
          </a:p>
          <a:p xmlns:a="http://schemas.openxmlformats.org/drawingml/2006/main">
            <a:pPr algn="l">
              <a:defRPr sz="1725" b="0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→ 위키/커뮤니티 진입</a:t>
            </a:r>
          </a:p>
          <a:p xmlns:a="http://schemas.openxmlformats.org/drawingml/2006/main">
            <a:pPr algn="l">
              <a:defRPr sz="1725" b="0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→ 결말·정체·사망 정보 노출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39B42E-19ED-496E-BD1C-70022041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19300"/>
            <a:ext cx="3048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C7C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C7C74"/>
                </a:solidFill>
                <a:latin typeface="Apple SD Gothic Neo"/>
                <a:ea typeface="Apple SD Gothic Neo"/>
                <a:cs typeface="Apple SD Gothic Neo"/>
              </a:rPr>
              <a:t>StoryLog 경험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A65486-D4B4-4E2E-B83E-44FEC4AB7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05100"/>
            <a:ext cx="3048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현재 위치 설정</a:t>
            </a:r>
          </a:p>
          <a:p xmlns:a="http://schemas.openxmlformats.org/drawingml/2006/main">
            <a:pPr algn="l">
              <a:defRPr sz="1725" b="0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→ 인물·사건·관계 조회</a:t>
            </a:r>
          </a:p>
          <a:p xmlns:a="http://schemas.openxmlformats.org/drawingml/2006/main">
            <a:pPr algn="l">
              <a:defRPr sz="1725" b="0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→ 이후 정보 자동 잠금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6CC224-EBDD-4FCA-96B7-BB905BE4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95600"/>
            <a:ext cx="914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BA6E09-D881-499A-ABDC-F7E2C03B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24150"/>
            <a:ext cx="333375" cy="4191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C7C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155096-322C-4D05-B816-FF5E74F0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3375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9525">
            <a:solidFill>
              <a:srgbClr val="075E5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A426E6-DD12-4BE4-BF65-5180E769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90900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75E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75E59"/>
                </a:solidFill>
                <a:latin typeface="Apple SD Gothic Neo"/>
                <a:ea typeface="Apple SD Gothic Neo"/>
                <a:cs typeface="Apple SD Gothic Neo"/>
              </a:rPr>
              <a:t>스포일러 필터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43C2BD-B3F4-4E9E-9DB9-8A4F1638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334000"/>
            <a:ext cx="1028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3292D"/>
          </a:solidFill>
          <a:ln xmlns:a="http://schemas.openxmlformats.org/drawingml/2006/main" w="9525">
            <a:solidFill>
              <a:srgbClr val="13292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F328AE-4748-4965-8502-68309F71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448300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작품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5B7C34-C793-484D-A296-2D7F095B5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334000"/>
            <a:ext cx="1028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3292D"/>
          </a:solidFill>
          <a:ln xmlns:a="http://schemas.openxmlformats.org/drawingml/2006/main" w="9525">
            <a:solidFill>
              <a:srgbClr val="13292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401A3D-765D-4A79-BE67-70480E50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448300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회차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932877-8C76-4B14-B1B4-FFAB4C90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334000"/>
            <a:ext cx="1028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0DEE7E-A92C-405C-AAD4-BE174808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5448300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인물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0C1312-CF1E-41BF-8222-BBA8F1FA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34000"/>
            <a:ext cx="1028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ED0E77-7EF4-4C6D-AA12-CB351440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48300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사건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6DDED1-5E05-4ADA-A230-2DFF7DD0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334000"/>
            <a:ext cx="1028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24FEBC-BC62-48EC-AF9B-E62C8F8F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448300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관계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BBEB50-FD43-4E4A-B9FE-C714770F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334000"/>
            <a:ext cx="1028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F58ED1-7B2B-4873-A593-465310D2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448300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떡밥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E2EA95-D747-4A92-98AF-338D969A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687D8C-86F9-4334-8D4E-20AB4A19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5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58B"/>
                </a:solidFill>
                <a:latin typeface="Aptos"/>
                <a:ea typeface="Aptos"/>
                <a:cs typeface="Aptos"/>
              </a:rPr>
              <a:t>StoryLog concept · 03</a:t>
            </a:r>
          </a:p>
        </p:txBody>
      </p:sp>
    </p:spTree>
    <p:extLst>
      <p:ext uri="{BB962C8B-B14F-4D97-AF65-F5344CB8AC3E}">
        <p14:creationId xmlns:p14="http://schemas.microsoft.com/office/powerpoint/2010/main" val="196064476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8C2A8E-8C95-4EF7-9EC1-62A20014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3B2E1-2566-489A-A4BC-C469D804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사용 흐름은 감상 위치를 중심으로 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C2F3CD-3ED0-45ED-9831-1247F2D9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작품을 만들고, 어디까지 봤는지 정한 뒤, 회차별 정보를 안전하게 쌓습니다.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91D74D-70FE-4183-952C-901A4D89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2190750" cy="23812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F3E28-C253-4D33-A330-255C9169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71AC2C-894C-417A-9F7C-32A3CA6F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1717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C7C7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C7C74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484D33-DFEA-4A17-BF16-5783661E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작품 생성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7EECED-9709-4A43-9331-ADF8B7F3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14700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제목, 장르, 시즌/권수,</a:t>
            </a:r>
          </a:p>
          <a:p xmlns:a="http://schemas.openxmlformats.org/drawingml/2006/main">
            <a:pPr algn="l">
              <a:defRPr sz="112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세계관 기본 정보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B81A73-0705-4670-A579-9B51CC17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8956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1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327CA0-05FC-402B-8DD4-92BB994E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90825"/>
            <a:ext cx="17145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661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B5D729-E630-465E-81BB-9F058CB1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09750"/>
            <a:ext cx="2190750" cy="23812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C7C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514B05-C9DB-42CF-9B5B-46F16508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076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7C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17281D-0BC7-4467-8C85-DE8765D5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1717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040058-B87D-45A2-96D1-93A217D83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813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현재 위치 설정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D3A5C4-0B9E-45A9-A3A9-BEC9FF39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314700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시즌 1 · 6화까지,</a:t>
            </a:r>
          </a:p>
          <a:p xmlns:a="http://schemas.openxmlformats.org/drawingml/2006/main">
            <a:pPr algn="l">
              <a:defRPr sz="112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소설 3권 5장까지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18CB33-1CEA-4E35-B862-E896E8D8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956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1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D213F6-9D57-41BE-AD6F-E6C2365E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90825"/>
            <a:ext cx="17145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661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1ADDCA-80C2-4622-8DA8-271E1857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09750"/>
            <a:ext cx="2190750" cy="23812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BDF1CB-8EED-404C-86C1-9806AD92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76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1581EF-A23B-4154-B232-760B7E48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1717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C7C7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C7C74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B23CF5-7654-4953-83BE-62C312C0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813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정보 기록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CF23C6-F8E7-4436-8546-5D8875E2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14700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인물, 사건, 용어,</a:t>
            </a:r>
          </a:p>
          <a:p xmlns:a="http://schemas.openxmlformats.org/drawingml/2006/main">
            <a:pPr algn="l">
              <a:defRPr sz="112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관계, 떡밥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ACE34C-F6C0-45CC-9D1E-8A8F573F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956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1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F7A2FA-5C50-45A6-A079-5E024EBF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790825"/>
            <a:ext cx="171450" cy="2476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661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3564D1-0648-47CC-9274-17802B22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09750"/>
            <a:ext cx="2190750" cy="23812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0AD5E7-A43E-4BF0-BAE5-CD21686E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76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F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47A62A-EA5E-4341-8EEF-3375D614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171700"/>
            <a:ext cx="171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C7C7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C7C74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7EDA52-DFB3-499A-A6BC-88093411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81300"/>
            <a:ext cx="171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복습/검색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012FFF-8560-4DDB-A35D-9375E609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314700"/>
            <a:ext cx="16954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1분 복습,</a:t>
            </a:r>
          </a:p>
          <a:p xmlns:a="http://schemas.openxmlformats.org/drawingml/2006/main">
            <a:pPr algn="l">
              <a:defRPr sz="112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자연어 질문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CC3F97-D83F-48B4-AF5C-0BF281C7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95850"/>
            <a:ext cx="90011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3292D"/>
          </a:solidFill>
          <a:ln xmlns:a="http://schemas.openxmlformats.org/drawingml/2006/main" w="9525">
            <a:solidFill>
              <a:srgbClr val="13292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31B11E-13E1-47E2-B082-92E09BCC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9D8D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9D8D1"/>
                </a:solidFill>
                <a:latin typeface="Apple SD Gothic Neo"/>
                <a:ea typeface="Apple SD Gothic Neo"/>
                <a:cs typeface="Apple SD Gothic Neo"/>
              </a:rPr>
              <a:t>설계 포인트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8DCF55-BB97-4980-9675-FF7AE034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38725"/>
            <a:ext cx="685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모든 데이터는 작품 ID와 공개 시점을 가진다. 사용자의 진행도보다 앞선 정보는 조회·검색·커뮤니티에서 잠긴다.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821D96-46F2-40CC-A24B-973DDFCE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F96E9C-0004-4223-B386-42948BD1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5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58B"/>
                </a:solidFill>
                <a:latin typeface="Aptos"/>
                <a:ea typeface="Aptos"/>
                <a:cs typeface="Aptos"/>
              </a:rPr>
              <a:t>StoryLog concept · 04</a:t>
            </a:r>
          </a:p>
        </p:txBody>
      </p:sp>
    </p:spTree>
    <p:extLst>
      <p:ext uri="{BB962C8B-B14F-4D97-AF65-F5344CB8AC3E}">
        <p14:creationId xmlns:p14="http://schemas.microsoft.com/office/powerpoint/2010/main" val="154853270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0EA1EF-0F93-40C5-892D-5B3F26E2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060E82-AEB5-4B92-8B7E-62B634DE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기능은 ‘작품 기억’을 구성하는 여섯 모듈로 묶인다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B4183-053E-46E6-A0C1-861FAA66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각 모듈은 독립 기록이 아니라 회차와 연결되어 스포일러 필터의 대상이 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59BF2-1C76-405A-AC0B-1A0935DAD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05050"/>
            <a:ext cx="2667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329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DDE488-2C23-4F05-813D-3045246E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76525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작품별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기억 허브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915FE2-47A7-4A43-8AF9-02ADAD7F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52600"/>
            <a:ext cx="2000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204C65-E750-40B6-897C-B147D357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43100"/>
            <a:ext cx="171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7BDA1-9F7F-44DB-AE0A-FC3A8358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9240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인물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F9CB47-B701-42F3-946B-49B97485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5742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사진·별칭·상태 변화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731D7-896F-4F89-AF46-AF902B83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352550"/>
            <a:ext cx="2000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386851-A0E6-42FC-8119-9BF375C56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543050"/>
            <a:ext cx="171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BBDC0A-5697-47E8-953C-3F760238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240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관계도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691FF6-9952-4364-B4F6-704F0FD3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5737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회차별 관계 변화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B695E7-5816-4556-9525-D1609095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52550"/>
            <a:ext cx="2000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D07853-4C5B-4E5F-8AD3-BFADFDD7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43050"/>
            <a:ext cx="171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1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65F9F8-7F7B-49E4-9816-273ED534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5240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사건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E5FDEC-29D2-48D6-A649-F0071690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5737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큰 사건 타임라인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7ACF6D-C43E-41B8-A75C-A091CF00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29000"/>
            <a:ext cx="2000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F7A793-4E99-4CF7-9E69-2F091973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19500"/>
            <a:ext cx="171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B3717F-5C15-49A8-9F46-300BD24F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6004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용어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81CA02-F305-490F-9F84-08A35FE2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93382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세계관 고유 명사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CB319E-08FA-4354-A9EC-26E45B6C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62500"/>
            <a:ext cx="2000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B15F32-0A29-4D04-B9FE-CB6218724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53000"/>
            <a:ext cx="171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5E5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3CF0BD-5A9C-4350-BDD3-1903BAE0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339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떡밥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428E89-4ED9-421D-90C4-439EDEE7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26732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복선·미회수 단서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1DA3E3-6DA2-43EE-A157-2B89F634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48100"/>
            <a:ext cx="20002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7C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363F9E-D597-44FB-9BBC-B6E753CB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038600"/>
            <a:ext cx="171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1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29D43E-7048-40EB-938C-62856FFB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1955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세력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C8C280-FB50-4904-996A-CC332051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352925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가문·조직·소속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E3035C-EA8D-45C0-9BE3-D89867F8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A9C8D5-3C80-4F4A-9BBB-0A044E05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5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58B"/>
                </a:solidFill>
                <a:latin typeface="Aptos"/>
                <a:ea typeface="Aptos"/>
                <a:cs typeface="Aptos"/>
              </a:rPr>
              <a:t>StoryLog concept · 05</a:t>
            </a:r>
          </a:p>
        </p:txBody>
      </p:sp>
    </p:spTree>
    <p:extLst>
      <p:ext uri="{BB962C8B-B14F-4D97-AF65-F5344CB8AC3E}">
        <p14:creationId xmlns:p14="http://schemas.microsoft.com/office/powerpoint/2010/main" val="185435815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2E7A7B-19BB-44A0-AF25-231A2BF1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0AD435-7429-4B86-874C-5BBCB501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스포일러 방지는 기능이 아니라 데이터 모델이다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51A3C4-B27D-4520-8DFC-CC66EE90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정보마다 공개 시점을 저장하면, 같은 작품도 사용자 진행도에 맞춰 다르게 보입니다.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96FBC8-C4D3-4162-B011-9D0AF6D5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3143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D904B7-17AC-4B7D-BBDA-7DAAAB24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383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사용자 진행도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86A826-DF44-4F05-BD2E-8BEB3CC4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9850"/>
            <a:ext cx="1809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9525">
            <a:solidFill>
              <a:srgbClr val="0C7C7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0BD2F-7EC7-4ED7-954F-7E58B7CF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67000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7C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C7C74"/>
                </a:solidFill>
                <a:latin typeface="Apple SD Gothic Neo"/>
                <a:ea typeface="Apple SD Gothic Neo"/>
                <a:cs typeface="Apple SD Gothic Neo"/>
              </a:rPr>
              <a:t>시즌 1 · 6화까지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A2F4CA-1E13-4F2D-B422-AECB3B9A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57550"/>
            <a:ext cx="2238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75E59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075E59"/>
                </a:solidFill>
                <a:latin typeface="Aptos Mono"/>
                <a:ea typeface="Aptos Mono"/>
                <a:cs typeface="Aptos Mono"/>
              </a:rPr>
              <a:t>progress</a:t>
            </a:r>
          </a:p>
          <a:p xmlns:a="http://schemas.openxmlformats.org/drawingml/2006/main">
            <a:pPr algn="l">
              <a:defRPr sz="1650" b="0">
                <a:solidFill>
                  <a:srgbClr val="075E59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075E59"/>
                </a:solidFill>
                <a:latin typeface="Aptos Mono"/>
                <a:ea typeface="Aptos Mono"/>
                <a:cs typeface="Aptos Mono"/>
              </a:rPr>
              <a:t>work_id: 42</a:t>
            </a:r>
          </a:p>
          <a:p xmlns:a="http://schemas.openxmlformats.org/drawingml/2006/main">
            <a:pPr algn="l">
              <a:defRPr sz="1650" b="0">
                <a:solidFill>
                  <a:srgbClr val="075E59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075E59"/>
                </a:solidFill>
                <a:latin typeface="Aptos Mono"/>
                <a:ea typeface="Aptos Mono"/>
                <a:cs typeface="Aptos Mono"/>
              </a:rPr>
              <a:t>season: 1</a:t>
            </a:r>
          </a:p>
          <a:p xmlns:a="http://schemas.openxmlformats.org/drawingml/2006/main">
            <a:pPr algn="l">
              <a:defRPr sz="1650" b="0">
                <a:solidFill>
                  <a:srgbClr val="075E59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075E59"/>
                </a:solidFill>
                <a:latin typeface="Aptos Mono"/>
                <a:ea typeface="Aptos Mono"/>
                <a:cs typeface="Aptos Mono"/>
              </a:rPr>
              <a:t>episode: 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278082-2D5E-4B6B-B9F6-FF67470F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479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29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4F2B3C-D745-4656-AA21-316A5ACB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52750"/>
            <a:ext cx="51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FILTER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7F80CC-7FB8-45FD-A611-7F21456C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289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9F5A70-9C19-47E0-A1A7-7CA360BF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28950"/>
            <a:ext cx="438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7D53AB-975C-4170-8C38-9A4522D1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4095750" cy="358140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9CB4F3-E747-4EA6-B13A-EAA23CD7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478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정보별 공개 시점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E028F9-4F4A-444F-A464-8389E69C9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765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2F0C10-3B83-465F-8C5E-FA4AC7FB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289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A의 정체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121AD7-32AE-409B-821E-E3FEFB7F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289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S1E8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84537D-A365-4C26-941E-99806CEB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289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6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6614F"/>
                </a:solidFill>
                <a:latin typeface="Apple SD Gothic Neo"/>
                <a:ea typeface="Apple SD Gothic Neo"/>
                <a:cs typeface="Apple SD Gothic Neo"/>
              </a:rPr>
              <a:t>잠김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690126-EC8D-4A94-A66B-6AE0E27A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908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904E70-5031-4A44-8781-35E5AD81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432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검은 반지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601A6E-7FB5-42E3-9288-1EA14ADA7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4325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S1E3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9EAF88-B8AE-4614-9959-6FD05A8A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432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7C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C7C74"/>
                </a:solidFill>
                <a:latin typeface="Apple SD Gothic Neo"/>
                <a:ea typeface="Apple SD Gothic Neo"/>
                <a:cs typeface="Apple SD Gothic Neo"/>
              </a:rPr>
              <a:t>표시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C8F713-1AB9-4BF2-AE3B-D26745AE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052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B0E3FE-6CA8-46C0-9237-CE2473298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576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북부 동맹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4B1A36-6A8F-4A73-8107-E177F32F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5760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S1E6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15540D-C1AA-4DCB-B79D-372628322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576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C7C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0C7C74"/>
                </a:solidFill>
                <a:latin typeface="Apple SD Gothic Neo"/>
                <a:ea typeface="Apple SD Gothic Neo"/>
                <a:cs typeface="Apple SD Gothic Neo"/>
              </a:rPr>
              <a:t>표시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F2479D-1D29-43D8-88B3-99AC3470F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195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0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FAD441-DECF-49B2-8820-544A9946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7195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B의 사망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C6D8E2-F092-41DD-8A3A-A576196B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71950"/>
            <a:ext cx="609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S2E1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5C44F4-2CEA-4D07-AF42-1E675DD50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1719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6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E6614F"/>
                </a:solidFill>
                <a:latin typeface="Apple SD Gothic Neo"/>
                <a:ea typeface="Apple SD Gothic Neo"/>
                <a:cs typeface="Apple SD Gothic Neo"/>
              </a:rPr>
              <a:t>잠김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217759-5FF1-4A87-8BC1-0375D9C9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67350"/>
            <a:ext cx="7048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5E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75E59"/>
                </a:solidFill>
                <a:latin typeface="Apple SD Gothic Neo"/>
                <a:ea typeface="Apple SD Gothic Neo"/>
                <a:cs typeface="Apple SD Gothic Neo"/>
              </a:rPr>
              <a:t>핵심 규칙: 공개 시점 &lt;= 현재 진행도인 정보만 보여준다.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B37DB1-687B-4BDA-AFAE-4793D1FE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4A6B29-541B-4CA7-A816-7C1CCE2D9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5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58B"/>
                </a:solidFill>
                <a:latin typeface="Aptos"/>
                <a:ea typeface="Aptos"/>
                <a:cs typeface="Aptos"/>
              </a:rPr>
              <a:t>StoryLog concept · 06</a:t>
            </a:r>
          </a:p>
        </p:txBody>
      </p:sp>
    </p:spTree>
    <p:extLst>
      <p:ext uri="{BB962C8B-B14F-4D97-AF65-F5344CB8AC3E}">
        <p14:creationId xmlns:p14="http://schemas.microsoft.com/office/powerpoint/2010/main" val="68663505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54E648-F5AC-4F8A-BB41-213DAC08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CC50BE-C53E-4271-9500-7F4A669C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관계도와 타임라인은 ‘이해’를 빠르게 복원한다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E063F2-394B-4897-9FBE-297D121F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사용자는 줄거리 전문보다 인물 간 변화와 큰 사건의 순서를 먼저 확인하고 싶어합니다.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D0104B-C77D-4BAE-9472-430566C9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4953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CEF346-40E4-441B-B829-0AF5E075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회차 기준 관계도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BD9FB7-D956-411B-BEA9-A623A16C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62275"/>
            <a:ext cx="1162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F9A9E1-B4AC-4312-A542-35E2ED73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00350"/>
            <a:ext cx="381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1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7484CF-9F4F-4EE5-ADB5-CCF16887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0005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6CC5A9-6F0A-4628-A849-5C180CDA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241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0C7C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0C7C74"/>
                </a:solidFill>
                <a:latin typeface="Apple SD Gothic Neo"/>
                <a:ea typeface="Apple SD Gothic Neo"/>
                <a:cs typeface="Apple SD Gothic Neo"/>
              </a:rPr>
              <a:t>동료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1F6D5E-25A1-4922-B2FE-B28E9A42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57550"/>
            <a:ext cx="476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66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E6614F"/>
                </a:solidFill>
                <a:latin typeface="Apple SD Gothic Neo"/>
                <a:ea typeface="Apple SD Gothic Neo"/>
                <a:cs typeface="Apple SD Gothic Neo"/>
              </a:rPr>
              <a:t>의심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F534B9-5F98-4502-B0E5-BC1922DC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6670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7C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01200A-4EF4-4CFD-8E1A-8AD053F3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80035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F40256-C5A8-4AAE-826A-AAD1C0B2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3431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1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6F2AAB-33E1-4E62-A8CD-411FFB5E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7650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27D201-418E-4127-A776-EA8EAB88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8100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6E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A62DB8-C035-4750-A3A8-343E01F5B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94335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27E756-4C42-4D41-B3EB-BE5C31BA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00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09AE43-8553-404C-BF9F-0DBC7D07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133850"/>
            <a:ext cx="552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758981-57FB-4236-93E3-9080F8C7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809750"/>
            <a:ext cx="1333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DEFEA"/>
          </a:solidFill>
          <a:ln xmlns:a="http://schemas.openxmlformats.org/drawingml/2006/main" w="9525">
            <a:solidFill>
              <a:srgbClr val="0C7C7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DBDE3B-96C1-43A4-864C-8F73FC55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866900"/>
            <a:ext cx="1104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C7C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0C7C74"/>
                </a:solidFill>
                <a:latin typeface="Apple SD Gothic Neo"/>
                <a:ea typeface="Apple SD Gothic Neo"/>
                <a:cs typeface="Apple SD Gothic Neo"/>
              </a:rPr>
              <a:t>시즌 1 · 6화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461F07-6A6E-4E41-9992-F41C2DF7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04950"/>
            <a:ext cx="4953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4CB22B-46D5-4286-96E5-016C505D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228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사건 타임라인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25820F-C7EC-4F12-A9BE-97078AA5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28950"/>
            <a:ext cx="3733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8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DEA46C-9FB9-4860-A204-EB50219A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33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7C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26A6A7-B8CA-4F3D-A55A-C79BDD5E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956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C7C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0C7C74"/>
                </a:solidFill>
                <a:latin typeface="Apple SD Gothic Neo"/>
                <a:ea typeface="Apple SD Gothic Neo"/>
                <a:cs typeface="Apple SD Gothic Neo"/>
              </a:rPr>
              <a:t>1화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302F16-E2EB-4D0F-AC1D-5F12E7D2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0045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첫 만남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6060FB-F9EA-44A0-BCF0-43F8D510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33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CACE3A-DFC2-4C0D-92B8-9F0EFFC0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956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99B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D99B2B"/>
                </a:solidFill>
                <a:latin typeface="Apple SD Gothic Neo"/>
                <a:ea typeface="Apple SD Gothic Neo"/>
                <a:cs typeface="Apple SD Gothic Neo"/>
              </a:rPr>
              <a:t>3화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003BF7-EE08-49A6-BEB3-15E24BC6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3840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검은 반지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CB6916-1400-4DEB-A759-CD97E8C5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33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1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764734-240E-4075-81CD-9EFD9DA2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956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66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E6614F"/>
                </a:solidFill>
                <a:latin typeface="Apple SD Gothic Neo"/>
                <a:ea typeface="Apple SD Gothic Neo"/>
                <a:cs typeface="Apple SD Gothic Neo"/>
              </a:rPr>
              <a:t>6화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1EFA6A-74C1-4261-99F6-541E19C2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0045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북부 동맹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07A260-3DA7-42D1-AEE6-08F744BD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933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A9A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27E867-D5A6-4018-B842-88EC9D39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2956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3A9A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A3A9AD"/>
                </a:solidFill>
                <a:latin typeface="Apple SD Gothic Neo"/>
                <a:ea typeface="Apple SD Gothic Neo"/>
                <a:cs typeface="Apple SD Gothic Neo"/>
              </a:rPr>
              <a:t>8화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DEB522-1CDD-4F0F-A41B-995738A6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43840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잠김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6BD490-FF33-4A9A-97ED-B4BF8451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B2C5C2-34E0-48AB-97FB-D10D0E1F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5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58B"/>
                </a:solidFill>
                <a:latin typeface="Aptos"/>
                <a:ea typeface="Aptos"/>
                <a:cs typeface="Aptos"/>
              </a:rPr>
              <a:t>StoryLog concept · 07</a:t>
            </a:r>
          </a:p>
        </p:txBody>
      </p:sp>
    </p:spTree>
    <p:extLst>
      <p:ext uri="{BB962C8B-B14F-4D97-AF65-F5344CB8AC3E}">
        <p14:creationId xmlns:p14="http://schemas.microsoft.com/office/powerpoint/2010/main" val="87130801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F7F9B9-73DD-4CF0-9FBE-E08D0942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7A9486-EEBC-48B7-A884-18043563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커뮤니티는 ‘게시판’보다 작품별 집단 기억장치로 설계한다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32343-1D58-49F4-B533-92CB7A22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같은 작품을 보는 사람끼리도 내가 본 범위 안에서만 안전하게 이야기할 수 있어야 합니다.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124627be364288"/>
          <a:srcRect xmlns:a="http://schemas.openxmlformats.org/drawingml/2006/main" l="9800" t="0" r="98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543050"/>
            <a:ext cx="5334000" cy="37338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CF48EC-6D23-4AB3-A1F2-E0BDC828C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0005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BE47A6-7498-4DF0-A2EB-0B08F8DB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00250"/>
            <a:ext cx="2476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진행도 기반 토론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D5CD2-A17A-4ACB-906A-51CF127B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24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1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153D73-1E4E-40FF-B5A6-41F8C904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6700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게시글 작성 시 스포일러 범위 필수 선택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646B22-5BAF-45F1-A7B9-BAEC2638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181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1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C1D428-9D2D-4C52-8122-F65F8624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12420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사용자 진행도보다 앞선 글은 자동 잠금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761E82-9449-48A2-8FE0-1599E542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385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1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786C42-9CE5-4AE2-8834-71AE23D4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8140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좋은 글은 개인 메모나 작품 DB 후보로 저장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3FE290-6D99-45CF-A32D-21753D57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957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1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BBC37B-88CC-4943-B4C7-EB5FBE93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038600"/>
            <a:ext cx="2952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질문·해석·떡밥·관계·오류 정정으로 분류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451333-D3F1-45F9-A1FF-E7DEBADE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124450"/>
            <a:ext cx="4000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3292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564104-0B74-4481-B167-762514D0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67325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내가 본 곳까지만 안전하게 이야기하는 작품 라운지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6C217B-7D3D-4322-A995-B94A5FB5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1FF186-656C-4DEC-9051-AE47BA9E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5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58B"/>
                </a:solidFill>
                <a:latin typeface="Aptos"/>
                <a:ea typeface="Aptos"/>
                <a:cs typeface="Aptos"/>
              </a:rPr>
              <a:t>StoryLog concept · 08</a:t>
            </a:r>
          </a:p>
        </p:txBody>
      </p:sp>
    </p:spTree>
    <p:extLst>
      <p:ext uri="{BB962C8B-B14F-4D97-AF65-F5344CB8AC3E}">
        <p14:creationId xmlns:p14="http://schemas.microsoft.com/office/powerpoint/2010/main" val="183274801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CFE70C-81B3-431E-BB56-34D7CA6C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119031-8DF1-4D5A-AFE1-3B8594CB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MVP는 스포일러 없는 복습 경험부터 검증한다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A4D5C-1C61-4326-8FE8-B17D31CD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커뮤니티와 AI는 매력적이지만, 첫 검증은 개인 기록과 진행도 필터가 제대로 작동하는지입니다.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FBE6D-B826-4D26-A992-9B69F873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9886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C09F4-7616-4192-9A41-C1E030DF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0670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7C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148DEE-E3BF-4FF7-810B-8B42BDA8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15277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75E3BB-66A5-4294-8741-351932A7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2095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B158F-BB28-4D26-AF06-03AD4E45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C7C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C7C74"/>
                </a:solidFill>
                <a:latin typeface="Apple SD Gothic Neo"/>
                <a:ea typeface="Apple SD Gothic Neo"/>
                <a:cs typeface="Apple SD Gothic Neo"/>
              </a:rPr>
              <a:t>1차 MVP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ACC307-1C76-433C-83C0-7DB0EFC0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1619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작품 생성</a:t>
            </a:r>
          </a:p>
          <a:p xmlns:a="http://schemas.openxmlformats.org/drawingml/2006/main">
            <a:pPr algn="l">
              <a:defRPr sz="1013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진행도 설정</a:t>
            </a:r>
          </a:p>
          <a:p xmlns:a="http://schemas.openxmlformats.org/drawingml/2006/main">
            <a:pPr algn="l">
              <a:defRPr sz="1013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인물·사건·용어 기록</a:t>
            </a:r>
          </a:p>
          <a:p xmlns:a="http://schemas.openxmlformats.org/drawingml/2006/main">
            <a:pPr algn="l">
              <a:defRPr sz="1013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회차별 줄거리</a:t>
            </a:r>
          </a:p>
          <a:p xmlns:a="http://schemas.openxmlformats.org/drawingml/2006/main">
            <a:pPr algn="l">
              <a:defRPr sz="1013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스포일러 필터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27BE8B-B444-4E8A-9353-96B54AD0A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0670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C6E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FA5483-9F2D-48EE-96C3-3F762088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15277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785C1B-AFC8-4566-982C-B33AC3E5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33800"/>
            <a:ext cx="2095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3F7DEF-697A-47AB-9611-C82E01EA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0005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C6EA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C6EAA"/>
                </a:solidFill>
                <a:latin typeface="Apple SD Gothic Neo"/>
                <a:ea typeface="Apple SD Gothic Neo"/>
                <a:cs typeface="Apple SD Gothic Neo"/>
              </a:rPr>
              <a:t>2차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E4F0AC-B28D-4CD2-884F-7DBED0A4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362450"/>
            <a:ext cx="1619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관계도</a:t>
            </a:r>
          </a:p>
          <a:p xmlns:a="http://schemas.openxmlformats.org/drawingml/2006/main">
            <a:pPr algn="l">
              <a:defRPr sz="1013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타임라인</a:t>
            </a:r>
          </a:p>
          <a:p xmlns:a="http://schemas.openxmlformats.org/drawingml/2006/main">
            <a:pPr algn="l">
              <a:defRPr sz="1013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1분 복습</a:t>
            </a:r>
          </a:p>
          <a:p xmlns:a="http://schemas.openxmlformats.org/drawingml/2006/main">
            <a:pPr algn="l">
              <a:defRPr sz="1013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자연어 검색 초안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E8D867-9830-4614-9BF7-196056D1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0670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246EDE-D2E3-4A40-9625-56A7E74A4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15277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2FB27F-3A94-41E1-831D-5B18DD48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524000"/>
            <a:ext cx="2095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FE3144-797E-427F-9E4B-5F6E14B3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7907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9B2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D99B2B"/>
                </a:solidFill>
                <a:latin typeface="Apple SD Gothic Neo"/>
                <a:ea typeface="Apple SD Gothic Neo"/>
                <a:cs typeface="Apple SD Gothic Neo"/>
              </a:rPr>
              <a:t>3차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2B2A50-8401-4F66-88E5-2E817DB8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152650"/>
            <a:ext cx="1619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AI 자동 정리</a:t>
            </a:r>
          </a:p>
          <a:p xmlns:a="http://schemas.openxmlformats.org/drawingml/2006/main">
            <a:pPr algn="l">
              <a:defRPr sz="1013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떡밥 추출</a:t>
            </a:r>
          </a:p>
          <a:p xmlns:a="http://schemas.openxmlformats.org/drawingml/2006/main">
            <a:pPr algn="l">
              <a:defRPr sz="1013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사용자 승인 저장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C47D92-9D59-4E41-B7AC-D19320B4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0670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1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0D2B15-B812-4E08-B6D2-B9D47935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15277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BA3C48-E6F1-432A-BCC9-C8F95F98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33800"/>
            <a:ext cx="20955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CCD49F-1335-4BD4-A9FE-110932E3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005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66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E6614F"/>
                </a:solidFill>
                <a:latin typeface="Apple SD Gothic Neo"/>
                <a:ea typeface="Apple SD Gothic Neo"/>
                <a:cs typeface="Apple SD Gothic Neo"/>
              </a:rPr>
              <a:t>확장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8C8E3B-659A-4273-BE78-5908398B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362450"/>
            <a:ext cx="1619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작품별 라운지</a:t>
            </a:r>
          </a:p>
          <a:p xmlns:a="http://schemas.openxmlformats.org/drawingml/2006/main">
            <a:pPr algn="l">
              <a:defRPr sz="1013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스포일러 범위 게시글</a:t>
            </a:r>
          </a:p>
          <a:p xmlns:a="http://schemas.openxmlformats.org/drawingml/2006/main">
            <a:pPr algn="l">
              <a:defRPr sz="1013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메모로 저장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1CBE89-6CF0-4FC2-9F2C-26F51E07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E085B6-51E5-485D-8C11-70D8581D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5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58B"/>
                </a:solidFill>
                <a:latin typeface="Aptos"/>
                <a:ea typeface="Aptos"/>
                <a:cs typeface="Aptos"/>
              </a:rPr>
              <a:t>StoryLog concept · 09</a:t>
            </a:r>
          </a:p>
        </p:txBody>
      </p:sp>
    </p:spTree>
    <p:extLst>
      <p:ext uri="{BB962C8B-B14F-4D97-AF65-F5344CB8AC3E}">
        <p14:creationId xmlns:p14="http://schemas.microsoft.com/office/powerpoint/2010/main" val="53278016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0FB635-43F2-4A4D-BDDB-F63097F4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1C3402-9EE2-4C10-9936-26A0AF36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1차 구현은 웹 MVP로 빠르게 검증하는 편이 현실적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9E874A-44D2-4B5C-9E63-107C6949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763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5717A"/>
                </a:solidFill>
                <a:latin typeface="Apple SD Gothic Neo"/>
                <a:ea typeface="Apple SD Gothic Neo"/>
                <a:cs typeface="Apple SD Gothic Neo"/>
              </a:rPr>
              <a:t>관계도·타임라인·검색 UI를 먼저 웹에서 검증하고, 이후 모바일 앱으로 확장합니다.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B479EC-3E2C-4F0F-98AF-B4E1A00D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1924050" cy="213360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0B2A10-D458-4805-B912-B07E1B145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1924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762402-A660-4525-85EE-B3CE20E9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프런트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1ACCC7-001E-4475-84E5-EAA724BA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9080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Next.js</a:t>
            </a:r>
          </a:p>
          <a:p xmlns:a="http://schemas.openxmlformats.org/drawingml/2006/main">
            <a:pPr algn="l">
              <a:defRPr sz="1275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Tailwind CSS</a:t>
            </a:r>
          </a:p>
          <a:p xmlns:a="http://schemas.openxmlformats.org/drawingml/2006/main">
            <a:pPr algn="l">
              <a:defRPr sz="1275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shadcn/ui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6599A-A974-4FFC-AD64-CB4FD50A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38300"/>
            <a:ext cx="1924050" cy="213360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6C93E-8100-4D2F-943F-CF11A04D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38300"/>
            <a:ext cx="1924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6E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F420FA-BC2F-428E-AF04-ECEF0340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002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백엔드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FA7BED-385A-4439-B623-EA15A151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9080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Supabase</a:t>
            </a:r>
          </a:p>
          <a:p xmlns:a="http://schemas.openxmlformats.org/drawingml/2006/main">
            <a:pPr algn="l">
              <a:defRPr sz="1275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PostgreSQL</a:t>
            </a:r>
          </a:p>
          <a:p xmlns:a="http://schemas.openxmlformats.org/drawingml/2006/main">
            <a:pPr algn="l">
              <a:defRPr sz="1275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Auth / Storage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C859BF-DE88-4F4E-8B4C-EC2063B0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638300"/>
            <a:ext cx="1924050" cy="213360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ACBC7F-D549-4E65-8200-ADBEFB8F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638300"/>
            <a:ext cx="1924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978B5B-45B9-4F3F-A833-AC0BCE2D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0002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시각화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ECECFB-A05F-4AAF-9E22-D44909FE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9080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React Flow</a:t>
            </a:r>
          </a:p>
          <a:p xmlns:a="http://schemas.openxmlformats.org/drawingml/2006/main">
            <a:pPr algn="l">
              <a:defRPr sz="1275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Timeline UI</a:t>
            </a:r>
          </a:p>
          <a:p xmlns:a="http://schemas.openxmlformats.org/drawingml/2006/main">
            <a:pPr algn="l">
              <a:defRPr sz="1275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관계도 그래프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F7B383-C37D-4CBE-9D72-A3467A72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38300"/>
            <a:ext cx="1924050" cy="213360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C40E4E-2CF6-466A-A03D-490B36DA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38300"/>
            <a:ext cx="1924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61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A3FC8A-79D2-4C62-A4E6-48FC4A16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002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7E04D3-7548-4D49-9742-1BC352507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9080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OpenAI API</a:t>
            </a:r>
          </a:p>
          <a:p xmlns:a="http://schemas.openxmlformats.org/drawingml/2006/main">
            <a:pPr algn="l">
              <a:defRPr sz="1275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메모 분석</a:t>
            </a:r>
          </a:p>
          <a:p xmlns:a="http://schemas.openxmlformats.org/drawingml/2006/main">
            <a:pPr algn="l">
              <a:defRPr sz="1275" b="0">
                <a:solidFill>
                  <a:srgbClr val="6571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7A"/>
                </a:solidFill>
                <a:latin typeface="Aptos"/>
                <a:ea typeface="Aptos"/>
                <a:cs typeface="Aptos"/>
              </a:rPr>
              <a:t>후보 추출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B6B604-44EF-4162-B760-C53A0E3E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76750"/>
            <a:ext cx="4191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3292D"/>
          </a:solidFill>
          <a:ln xmlns:a="http://schemas.openxmlformats.org/drawingml/2006/main" w="9525">
            <a:solidFill>
              <a:srgbClr val="13292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9E9DF8-B712-4158-93AC-FF2E9CCC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434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추천 1차 조합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B0F492-9D21-4A94-A56D-58A477C3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067300"/>
            <a:ext cx="3333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EFE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DEFEA"/>
                </a:solidFill>
                <a:latin typeface="Aptos"/>
                <a:ea typeface="Aptos"/>
                <a:cs typeface="Aptos"/>
              </a:rPr>
              <a:t>Next.js + Supabase + React Flow + OpenAI API + Vercel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3CD283-9A04-479A-BB5A-967A153B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76750"/>
            <a:ext cx="41910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0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FC4241-D1EB-4D0A-9797-462EBF5C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86300"/>
            <a:ext cx="1047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9D8D1"/>
          </a:solidFill>
          <a:ln xmlns:a="http://schemas.openxmlformats.org/drawingml/2006/main" w="9525">
            <a:solidFill>
              <a:srgbClr val="E6614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8A8702-A3BD-456D-9505-3CFC363C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43450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66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E6614F"/>
                </a:solidFill>
                <a:latin typeface="Apple SD Gothic Neo"/>
                <a:ea typeface="Apple SD Gothic Neo"/>
                <a:cs typeface="Apple SD Gothic Neo"/>
              </a:rPr>
              <a:t>다음 결정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444FC4-68A5-4F98-B160-F3EDAFB8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143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1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13B85B-ED33-4842-B381-F67A3EB3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08635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앱 이름 확정: StoryLog / 플롯로그 / 노스포 노트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7C9E22-7CAC-4A18-AC04-BB253B49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429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61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B6092C-0834-4663-80E8-D6023E96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37210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172126"/>
                </a:solidFill>
                <a:latin typeface="Apple SD Gothic Neo"/>
                <a:ea typeface="Apple SD Gothic Neo"/>
                <a:cs typeface="Apple SD Gothic Neo"/>
              </a:rPr>
              <a:t>MVP 화면 설계와 DB 스키마 초안 작성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DC7D50-6948-40A8-B036-232BD066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8C5B05-AF4E-4FD6-A82C-89D2B617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A85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A858B"/>
                </a:solidFill>
                <a:latin typeface="Aptos"/>
                <a:ea typeface="Aptos"/>
                <a:cs typeface="Aptos"/>
              </a:rPr>
              <a:t>StoryLog concept · 10</a:t>
            </a:r>
          </a:p>
        </p:txBody>
      </p:sp>
    </p:spTree>
    <p:extLst>
      <p:ext uri="{BB962C8B-B14F-4D97-AF65-F5344CB8AC3E}">
        <p14:creationId xmlns:p14="http://schemas.microsoft.com/office/powerpoint/2010/main" val="16446154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2026-05-28T06:52:38.2050000Z</dcterms:created>
  <dcterms:modified xsi:type="dcterms:W3CDTF">2026-05-28T06:52:38.2050000Z</dcterms:modified>
</coreProperties>
</file>